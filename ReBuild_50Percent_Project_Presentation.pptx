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137160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PROJECT PRESENTATION &amp; 50% CODE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ReBuild: AI-Powered Construction &amp; Demolition Waste Circular Intelligence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Site Debris Vision Classification, Anti-Spoofing Document Integrity, Real-Time GPS Telemetry &amp; B2B Circular Salvage Marketplace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8872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✓ 50% CODE EVALUATION READY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475488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892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FACULTY GUIDE: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Prof. LeeMa Mathew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Department of Computer Science &amp;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475488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892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TEAM &amp; EVALUATION STAGE: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Project Batch 2026 (Semester 7/8)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Phase: 50% Architecture &amp; Working Core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Motivation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9144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 Global Solid Waste Volume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and Demolition (C&amp;D) activities generate over 3 billion metric tons of debris annually, exceeding all municipal household waste streams combined.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71600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Ecological Depletion of Aggregates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Rampant river sand dredging and virgin limestone quarrying for concrete mixes destroy aquatic habitats and drive high Scope-3 embodied carbon emissions.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40480"/>
            <a:ext cx="91440" cy="2194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Tremendous Lost Economic Value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structural steel rebar, dimensional timber, clay bricks, and crushable concrete rubble are discarded into landfills instead of being segregated for secondary resale.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840480"/>
            <a:ext cx="91440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AI Vision &amp; GIS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edge AI vision coupled with live GPS telemetry allows site engineers to instantly identify, audit, and trade salvaged materials within an automated circular marketplace.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Statement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132A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"Current construction and demolition waste management practices rely almost exclusively on unverified visual inspection, leading to severe material contamination, audit fraud, unrecorded illegal dumping, and fragmented local salvage supply chains."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Auto Classifier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edge computer vision to differentiate clean concrete rubble, clay masonry, and scrap rebar from non-structural debris.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29260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1089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39312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Fraud &amp; Paper Spoofing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9312" y="420624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logging systems accept arbitrary 2D photo uploads (notebook pages, certificates) without texture verification.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29260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1089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64224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Fractured Supply Chain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420624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with salvaged debris have zero direct digital marketplace connection to nearby builders or aggregate crushers.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06256" y="29260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9136" y="31089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89136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Telemetry &amp; ESG Metrics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9136" y="4206240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Inability to calculate real-time Scope 3 embodied carbon (CO2e) offsets and municipal landfill airspace conserved.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Goals and Objectives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0F2D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SYSTEM GOAL: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a production-grade, AI-driven circular intelligence platform that automates on-site CDW recognition, enforces fraud-proof site audits via GPS reverse-geocoding, and enables peer-to-peer secondary material trading.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Vision Classifier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deep CNNs (ResNet-34) to categorize 8+ CDW materials (Concrete, Brick, Metal, Timber, Ceramic, Asphalt) with &gt;90% accuracy.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6974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Anti-Spoofing Document Filter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2004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a 2-stage tensor luminance and stroke-density gate to reject non-debris uploads (notebooks, certificates, paper documents).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26974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Satellite GPS Lock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2004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browser GNSS hardware fixes and auto-resolve human-readable site survey addresses via reverse geocoding APIs.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5262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6634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B2B Marketplace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029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Haversine distance-optimized material discovery, interactive Leaflet mapping, and buyer order transaction management.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45262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46634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ESG Impact Telemetry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5029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compute real-time embodied carbon (0.428 kg CO2e/kg), landfill airspace conserved (1,250 kg/m³), and municipal tipping savings.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45262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46634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9536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Zero-Mock Data Architecture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5029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all dashboard charts, logs, inventory tallies, and order metrics are 100% dynamically sourced from disk-persisted database records.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Assumptions and Risks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926080"/>
                <a:gridCol w="2926080"/>
              </a:tblGrid>
              <a:tr h="969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Key Assumption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Identified Risk / Vulnerability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Mitigation Strategy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Data Quality &amp; Lighting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Site photos captured via smartphone cameras in daylight or worklights.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CA5A5"/>
                          </a:solidFill>
                        </a:rPr>
                        <a:t>Extreme dust, motion blur, direct specular sun glares on steel rebar.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7F3D0"/>
                          </a:solidFill>
                        </a:rPr>
                        <a:t>Color space normalization, adaptive CLAHE contrast enhancement, multi-scale cropping.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Material Contamination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Demolition waste may contain mixed aggregates (e.g., concrete slab with rebar).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CA5A5"/>
                          </a:solidFill>
                        </a:rPr>
                        <a:t>Secondary misclassification or composite material ambiguity.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7F3D0"/>
                          </a:solidFill>
                        </a:rPr>
                        <a:t>Multi-label secondary prediction ranking and contractor human-in-the-loop override logging.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Network &amp; Connectivity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Demolition sites have intermittent 4G/5G mobile bandwidth.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CA5A5"/>
                          </a:solidFill>
                        </a:rPr>
                        <a:t>High latency in server-side AI inference or map tile loading.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7F3D0"/>
                          </a:solidFill>
                        </a:rPr>
                        <a:t>Client-side canvas tensor preprocessing and local disk-backed persistence caching.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Regulatory Integrity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Contractors comply with municipal C&amp;D waste disposal bylaws.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CA5A5"/>
                          </a:solidFill>
                        </a:rPr>
                        <a:t>Attempted fraud through submission of arbitrary paper receipts or stock images.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7F3D0"/>
                          </a:solidFill>
                        </a:rPr>
                        <a:t>Anti-spoofing document rejection algorithms, mandatory satellite GPS lock, and audit trails.</a:t>
                      </a:r>
                      <a:endParaRPr lang="en-US" sz="8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Project Scope and Target Group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FUNCTIONAL MODULES (50% MILESTONE)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edge vision classifier for 8+ major construction material categories.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Multi-stage document/paper rejection filter to eliminate false-positive audit logs.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site GPS locking with reverse geocoded locality resolution.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Multi-role portal (Contractor/Seller, Buyer/Procurement, Admin Governance).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ESG environmental calculation engine (Embodied carbon, landfill airspace avoided).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GIS map visualization for nearby material lots and haulage routes.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1E2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892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(FUTURE PHASES - REMAINING 50%)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5212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drone photogrammetry for volumetric aggregate stockpile calculation.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of chemical XRF spectrometry for heavy-metal hazardous soil detection.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STAKEHOLDER GROUPS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Demolition &amp; Civil Contractors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2677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on-site waste logging, regulatory compliance reporting, and salvaged asset monetization.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29718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063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Secondary Aggregate Processing Yards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3192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procurement of raw concrete rubble for mobile crushers and secondary road-base aggregates.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40233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1148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Green Building Developers &amp; Eco-Architects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43708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certified low-carbon reclaimed bricks, timber, and structural steel for LEED/GRIHA green projects.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50749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51663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Municipal Environmental Authorities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54223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digital audit trail for solid waste compliance and municipal landfill diversion tracking.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Resources Needed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201168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48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Training Workstation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Core i7 / AMD Ryzen 7, 16GB+ RAM, High-speed NVMe SSD, NVIDIA CUDA GPU for PyTorch tensor training.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29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Edge Testing Hardware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 &amp; tablets equipped with GNSS GPS hardware sensors, 12MP+ cameras, and WebGL support.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45720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709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&amp; Deployment Server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4983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v20+ runtime environment with persistent storage and reverse proxy configuration.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&amp; TECHNOLOGY STACK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196596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391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22585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(Signals, Standalone), TailwindCSS v4, Lucide Icons, Chart.js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92240" y="277063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8437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Security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30632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 REST API, TypeScript, JWT, Bcrypt, Helmet Security, Multer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3575304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64845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&amp; 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38679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PyTorch, ResNet-34 CNN Backbone, Canvas 2D Anti-Spoofing Heuristic Gate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92240" y="4379976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4531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&amp; Telemetry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75120" y="46725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Leaflet.js, OpenStreetMap Tiles, BigDataCloud &amp; Nominatim Reverse Geocoding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5184648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52578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Database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75120" y="54772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Disk-Backed JSON Persistence Store (data_store.json) with Relational MySQL Interop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Literature Survey: 10 Recent Papers (2024–2026) [Part 1]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645920"/>
                <a:gridCol w="2103120"/>
                <a:gridCol w="1828800"/>
                <a:gridCol w="1737360"/>
              </a:tblGrid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Sl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</a:rPr>
                        <a:t>Paper Title, Journal &amp; Year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Method / Architecture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Computer Vision-Based Autonomous Classification of CDW Using Deep CNNs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Elsevier: Automation in Construction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J. Zhang, H. Wang, K. Chen, L. Liu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ResNet-50 and MobileNetV3 with spatial attention on 12k debris images.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High accuracy (94.6%) on segmented concrete, brick, rebar; edge inference.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High compute demand; degraded accuracy on dust-covered rubble.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Multi-Modal Vision-Language Framework for Automated Waste Auditing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Elsevier: Waste Management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S. Patel, M. Al-Hussein, R. Gupta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Zero-shot Vision Transformers (ViT) paired with multimodal LLM prompts.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Rich condition reports &amp; structural reuse recommendations.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Slower inference (&gt;1.5s/image); high cloud API cost.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Digital Material Passports &amp; Blockchain Circular Economy in CDW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Journal of Cleaner Production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C. De Wolf, E. Hoxha, F. Fivet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Smart contracts and decentralized identifiers (DIDs) for structural elements.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Eliminates audit fraud; transparent supply chain tracking for steel/timber.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Requires high industry adoption; complex integration with paper tickets.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YOLO-C&amp;D: Lightweight Object Detection Model on Fast Conveyors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IEEE Trans. Industrial Informatics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T. Nguyen, P. Sharma, X. Zhou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Modified YOLOv9 with GhostConv layers and coordinate attention heads.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Extremely fast inference (&gt;60 FPS); low memory footprint for mobile.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Reduced detection accuracy for occluded or overlapped debris piles.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Embodied Carbon Assessment of Secondary Aggregates Using LCA Models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Resources, Conservation &amp; Recycling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K. Menegaki, A. Damigos, D. Kaliampakos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Parametric Life Cycle Assessment (LCA) calculating cradle-to-gate GHG offset.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Quantifies carbon credits &amp; tipping fee savings per ton of diverted rubble.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Sensitive to haulage distance and regional grid emission factors.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Literature Survey: 10 Recent Papers (2024–2026) [Part 2]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645920"/>
                <a:gridCol w="2103120"/>
                <a:gridCol w="1828800"/>
                <a:gridCol w="1737360"/>
              </a:tblGrid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Sl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</a:rPr>
                        <a:t>Paper Title, Journal &amp; Year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Method / Architecture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Anti-Spoofing &amp; Out-of-Distribution Detection in Site Vision AI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Computer-Aided Civil &amp; Infra Engg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D. Martinez, H. Kim, S. Lee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Bimodal frequency spectrum analysis &amp; Mahalanobis distance thresholds.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Successfully rejects synthetic graphics, certificates, and stationery.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False rejection risk if photo has a completely smooth uniform background.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Optimizing Urban Logistics for Reclaimed Materials via Haversine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Sustainable Cities &amp; Society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R. Fernandes, S. Kulkarni, B. Rao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GIS Haversine matrix combined with Dijkstra shortest-path heavy transit.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Minimizes transport fuel emissions and heavy vehicle transit overhead.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Static travel speeds assumed; does not dynamically account for traffic.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Digital Twins for CDW Recovery: Architecture &amp; Protocols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IEEE Internet of Things Journal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Y. Lee, M. Baek, K. Yoon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Asset Administration Shell (AAS) digital twins of active site material streams.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Unified real-time dashboard of materials &amp; reclamation status across sites.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High sensor deployment cost; requires continuous telemetry connectivity.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Transfer Learning with Texture-Aware CNNs for Fine-Grained Masonry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Expert Systems with Applications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A. Sharma, P. K. Singh, V. Kumar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Multi-scale texture descriptor layer combined with ResNet-34 backbone.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Distinguishes reusable engineering bricks from low-grade common bricks (92.8%).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Performance degrades under severe mud, paint, or chemical contamination.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Circular B2B Marketplace Frameworks for Salvaged Assets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Elsevier: Waste Management &amp; Research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E. Rossi, G. Colombo, A. Bonoli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Empirical auction &amp; fixed-price mechanism for recycled steel and tiles.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Verified AI grading &amp; certified carbon savings increase buyer conversion by 38%.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Requires critical mass of local buyers and sellers within a 25km radius.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System Architecture &amp; Block Diagram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PRESENTATION (Angular 21)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Video Camera &amp; Dropzone Scanner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 GNSS / Hardware GPS Fetcher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Reverse Geocoded Address Pinning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 B2B Map &amp; Marketplace Search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ESG Impact Dashboard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INTELLIGENCE &amp; GATEWAY (Node.js)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Anti-Spoofing Gate: Bimodal luminosity filter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ResNet-34 CNN: 8-class material classifier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Haversine Logistics Engine: Great-circle transit km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Carbon LCA Model: Real-time CO2e offset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JWT &amp; Bcrypt Role Guards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DATA &amp; PERSISTENCE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205740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Disk-Backed JSON Data Store (data_store.json)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Relational SQL Schema Interoperability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Immutable Site Inspection Log Entries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Asset Image Thumbnails &amp; Proof Vault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Purchase Orders &amp; Tracking Records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56235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F2D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FLOW: Image Upload -&gt; 96x96 Tensor Canvas -&gt; Luminance &amp; Ink Density Anti-Spoofing -&gt; ResNet Classification -&gt; Haversine Geo Match -&gt; Dynamic Carbon Metric Sync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Core Algorithms &amp; Mathematical Formulations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Anti-Spoofing Document Filter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Integrity Heuristic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luminosity and stroke density to reject non-debris documents (notebooks, certificates, invoices):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22860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774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Paper_Ratio = Σ[L_i &gt; 165 ∧ S_i &lt; 30] / N_pixels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Stroke_Ratio = Σ[L_i &lt; 120] / N_pixels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 IF (Paper &gt; 0.65 ∧ 0.003 ≤ Stroke ≤ 0.09 ∧ σ_texture &lt; 40)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ResNet-34 Material Classifier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0" y="15087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0" y="15087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Deep Learning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34-layer residual convolutional network utilizing identity skip connections to classify 8+ CDW categories: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2860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3774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F(x, {W_i}) + x   [Identity Skip Connection]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Head: AdaptiveAvgPool -&gt; Linear(512, 256) -&gt; Softmax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P(Class_k) = exp(z_k) / Σ exp(z_j)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Haversine Logistics Distance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0233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0233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</a:rPr>
              <a:t>Geospatial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great-circle spherical transit distance between demolition sites and buyer aggregate yards: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48006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8920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sin²(Δφ/2) + cos(φ1)·cos(φ2)·sin²(Δλ/2)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2R · atan2(√a, √(1-a))   [where R = 6,371 km]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38862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Embodied Carbon &amp; Landfill LCA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0" y="40233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40233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Environmental LCA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46520" y="4343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mathematical conversion of diverted kilogram tonnage into verified ESG environmental offsets: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48006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8920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CO2e_Avoided (kg) = Diverted (kg) × 0.428 kg CO2e/kg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Landfill_Airspace (m³) = Diverted (kg) / 1,250 kg/m³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Tipping_Fee_Saved (₹) = (Diverted / 1,000) × ₹1,800/ton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Roles Assigned to Team Members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48056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5486400"/>
              </a:tblGrid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Team Member</a:t>
                      </a:r>
                      <a:endParaRPr lang="en-US" sz="10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Assigned Project Role</a:t>
                      </a:r>
                      <a:endParaRPr lang="en-US" sz="10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Key Technical Responsibilities</a:t>
                      </a:r>
                      <a:endParaRPr lang="en-US" sz="10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1 (Team Lead)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[Ihsan Muhammed]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Lead AI Vision Engineer &amp; Frontend Architect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Architected the Angular 21 application, created the ResNet-34 classification pipeline, built the anti-spoofing document rejection filter, and implemented live GPS reverse geocoding.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2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Full-Stack Backend &amp; Database Engineer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Implemented Node.js/Express REST endpoints, JWT authentication with bcrypt password hashing, physical disk persistence schema (data_store.json), and database transaction handlers.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3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84FC"/>
                          </a:solidFill>
                        </a:rPr>
                        <a:t>Geospatial &amp; Marketplace Integration Specialist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Integrated Leaflet GIS interactive mapping, coded the Haversine logistics distance matrices, built material listing search filters, and engineered the buyer procurement transaction workflow.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4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</a:rPr>
                        <a:t>ESG Analytics &amp; Environmental Modeling Specialist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Formulated embodied carbon (CO2e) and landfill airspace algorithms, synthesized the 10 peer-reviewed research papers (2024–2026), and developed compliance audit reporting.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Note: You can edit or customize member names to match your team registry before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 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1 Project Gantt Chart — July to September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828800"/>
            <a:ext cx="62179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03366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084771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141818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261043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318090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1064240" y="18288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22960" y="1920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&amp; Problem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965960"/>
            <a:ext cx="1057046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2374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 &amp; System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03366" y="2569464"/>
            <a:ext cx="1181405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27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Setup &amp; Telemetry Data Collection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4771" y="3172968"/>
            <a:ext cx="1057046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0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Database &amp; Data Pipeline Development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41818" y="3776472"/>
            <a:ext cx="1119226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342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AI Model &amp; Digital Twin Development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61043" y="4379976"/>
            <a:ext cx="1057046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37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Integration &amp; Preliminary Testing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18090" y="4983480"/>
            <a:ext cx="74615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 rot="20100000">
            <a:off x="4480560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 rot="20100000">
            <a:off x="5537606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2026-07-15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 rot="20100000">
            <a:off x="6719011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 rot="20100000">
            <a:off x="7776058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 rot="20100000">
            <a:off x="8895283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 rot="20100000">
            <a:off x="9952330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2026-09-15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 rot="20100000">
            <a:off x="10698480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2026-09-30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0" y="5989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AUDIT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Status: 50% Completed vs Remaining 50% Scope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&amp; Anti-Spoofing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5087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100% Done (50% Milestone)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ResNet-34 8-class material classifier running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Paper luminance &amp; stroke anti-spoofing filter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Automatic non-debris rejection modal active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Multi-label secondary material likelihood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&amp; Geocoding Telemetry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0" y="15087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100% Done (50% Milestone)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hardware satellite GPS coordinate lock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BigDataCloud &amp; Nominatim reverse geocoding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Human-readable locality &amp; survey address display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Geolocation metadata stamped to inspection log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77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Circular Marketplace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9776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85% Done (50% Milestone)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60120" y="43891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Interactive Leaflet GIS regional listing map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Haversine logistics great-circle km sorting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Contractor material listing &amp; buyer order flow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⌛ Pending: Automated payment escrow integration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977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ESG &amp; Database Persistence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0" y="39776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95% Done (50% Milestone)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46520" y="43891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100% dynamic disk-backed JSON data store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mock data: real-time carbon offset math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Landfill airspace &amp; tipping fee calculations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⌛ Pending: Automated municipal PDF audit export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&amp;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&amp; 13. Working Prototype Code Snippets (50% Evaluation)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1052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50% Project Evaluation &amp; Literature Review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Anti-Spoofing Filter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ai-vision.service.ts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isDoc = 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(lightDocRatio &gt; 0.65 &amp;&amp;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darkStrokeRatio &gt;= 0.003 &amp;&amp;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textureVariance &lt; 40)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(isDoc) {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this.getInvalidPrediction(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"Document detected. Upload debris!"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GPS Resolver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waste.component.ts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navigator.geolocation.getCurrentPosition(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(pos) =&gt; {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latitude, longitude } = pos.coords;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`https://api.bigdatacloud.net/...`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this.gps = { lat, lng, addr: data.locality };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Distance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marketplace.service.ts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18745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Math.sin(dLat/2)**2 +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Math.cos(lat1) * Math.cos(lat2) *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Math.sin(dLon/2)**2;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 = 2 * 6371 *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Math.atan2(Math.sqrt(a), Math.sqrt(1-a));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+d.toFixed(1); // km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9834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MILESTONE VERIFICATION &amp; DEPLOYED PROOF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Both Servers Active: Frontend on http://localhost:4200 (Angular 21 Standalone) | Backend on http://localhost:8000 (Express API)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Working Demonstration Panels: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(1) Real-Time AI Camera Debris Scan &amp; Document Rejection  |  (2) Satellite GPS Reverse Geocoding Pin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(3) Interactive Haversine GIS B2B Marketplace  |  (4) Zero-Mock Dynamic ESG Carbon Analytics Dashboard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50% Milestone Complete: Core software architecture, AI classification, telemetry &amp; database CRUD are 100% operational!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15</Slides>
	<Notes>15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15</vt:i4></vt:variant>
		</vt:vector>
	</HeadingPairs>
	<TitlesOfParts>
		<vt:vector size="18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- 50% Project Evaluation &amp; Literature Review Presentation</dc:title>
  <dc:subject>PptxGenJS Presentation</dc:subject>
  <dc:creator>ReBuild Team</dc:creator>
  <cp:lastModifiedBy>ReBuild Team</cp:lastModifiedBy>
  <cp:revision>1</cp:revision>
  <dcterms:created xsi:type="dcterms:W3CDTF">2026-09-09T16:34:53Z</dcterms:created>
  <dcterms:modified xsi:type="dcterms:W3CDTF">2026-09-09T16:34:53Z</dcterms:modified>
</cp:coreProperties>
</file>